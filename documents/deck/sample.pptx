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1828800"/>
            <a:ext cx="5943600" cy="59436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97135" y="3657600"/>
            <a:ext cx="3657600" cy="3657600"/>
          </a:xfrm>
          <a:prstGeom prst="ellipse">
            <a:avLst/>
          </a:prstGeom>
          <a:solidFill>
            <a:srgbClr val="10A37F">
              <a:alpha val="12000"/>
            </a:srgbClr>
          </a:solidFill>
          <a:ln w="12700">
            <a:solidFill>
              <a:srgbClr val="10A37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43055" y="2286000"/>
            <a:ext cx="548640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pic>
        <p:nvPicPr>
          <p:cNvPr id="6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COMPANY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Intelligence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48640" y="4069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 untuk tim sales &amp; customer success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5120640"/>
            <a:ext cx="548640" cy="7315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5349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DISIAPKAN UNTUK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5623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Maju Bersama Teknologi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448495" y="5349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448495" y="5623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Mei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457200"/>
            <a:ext cx="50292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0" b="1" dirty="0">
                <a:solidFill>
                  <a:srgbClr val="2563EB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0" dirty="0"/>
          </a:p>
        </p:txBody>
      </p:sp>
      <p:sp>
        <p:nvSpPr>
          <p:cNvPr id="3" name="Shape 1"/>
          <p:cNvSpPr/>
          <p:nvPr/>
        </p:nvSpPr>
        <p:spPr>
          <a:xfrm>
            <a:off x="10180015" y="-914400"/>
            <a:ext cx="3200400" cy="3200400"/>
          </a:xfrm>
          <a:prstGeom prst="ellipse">
            <a:avLst/>
          </a:prstGeom>
          <a:solidFill>
            <a:srgbClr val="10A37F">
              <a:alpha val="8000"/>
            </a:srgbClr>
          </a:solidFill>
          <a:ln w="12700">
            <a:solidFill>
              <a:srgbClr val="10A37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11535" y="-274320"/>
            <a:ext cx="1828800" cy="1828800"/>
          </a:xfrm>
          <a:prstGeom prst="ellipse">
            <a:avLst/>
          </a:prstGeom>
          <a:solidFill>
            <a:srgbClr val="10A37F">
              <a:alpha val="20000"/>
            </a:srgbClr>
          </a:solidFill>
          <a:ln w="12700">
            <a:solidFill>
              <a:srgbClr val="10A37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9441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AI sekarang?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640080" cy="6400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6344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Persaingan tidak lagi soal siapa yang punya data terbesar — tapi siapa yang dapat membaca, menafsirkan, dan bertindak atasnya tercepat.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pilar transformasi AI OpenCraft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strategi, eksekusi, hingga adopsi — sebagai satu sistem.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91029" y="2743200"/>
            <a:ext cx="7609637" cy="0"/>
          </a:xfrm>
          <a:prstGeom prst="line">
            <a:avLst/>
          </a:prstGeom>
          <a:noFill/>
          <a:ln w="19050">
            <a:solidFill>
              <a:srgbClr val="E2E6E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2743200"/>
            <a:ext cx="348477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43200"/>
            <a:ext cx="9144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69821" y="2221992"/>
            <a:ext cx="1042416" cy="1042416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9549" y="233172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9549" y="23500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27532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16709" y="4343400"/>
            <a:ext cx="5486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480560"/>
            <a:ext cx="275325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dan prioritization dari business value, bukan dari hype.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53458" y="2743200"/>
            <a:ext cx="348477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3458" y="2743200"/>
            <a:ext cx="91440" cy="320040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4640" y="2221992"/>
            <a:ext cx="1042416" cy="1042416"/>
          </a:xfrm>
          <a:prstGeom prst="ellipse">
            <a:avLst/>
          </a:prstGeom>
          <a:solidFill>
            <a:srgbClr val="10A37F">
              <a:alpha val="20000"/>
            </a:srgbClr>
          </a:solidFill>
          <a:ln w="12700">
            <a:solidFill>
              <a:srgbClr val="10A37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84368" y="2331720"/>
            <a:ext cx="822960" cy="822960"/>
          </a:xfrm>
          <a:prstGeom prst="ellipse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4368" y="23500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19218" y="3520440"/>
            <a:ext cx="27532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Build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821528" y="4343400"/>
            <a:ext cx="548640" cy="0"/>
          </a:xfrm>
          <a:prstGeom prst="line">
            <a:avLst/>
          </a:prstGeom>
          <a:noFill/>
          <a:ln w="19050">
            <a:solidFill>
              <a:srgbClr val="10A3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9218" y="4480560"/>
            <a:ext cx="275325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LLM, agent, RAG — dirancang untuk workflow Anda.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58277" y="2743200"/>
            <a:ext cx="348477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8277" y="2743200"/>
            <a:ext cx="91440" cy="3200400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79458" y="2221992"/>
            <a:ext cx="1042416" cy="1042416"/>
          </a:xfrm>
          <a:prstGeom prst="ellipse">
            <a:avLst/>
          </a:prstGeom>
          <a:solidFill>
            <a:srgbClr val="23304A">
              <a:alpha val="20000"/>
            </a:srgbClr>
          </a:solidFill>
          <a:ln w="12700">
            <a:solidFill>
              <a:srgbClr val="23304A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9186" y="2331720"/>
            <a:ext cx="822960" cy="822960"/>
          </a:xfrm>
          <a:prstGeom prst="ellipse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89186" y="23500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524037" y="3520440"/>
            <a:ext cx="27532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26346" y="4343400"/>
            <a:ext cx="548640" cy="0"/>
          </a:xfrm>
          <a:prstGeom prst="line">
            <a:avLst/>
          </a:prstGeom>
          <a:noFill/>
          <a:ln w="19050">
            <a:solidFill>
              <a:srgbClr val="233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24037" y="4480560"/>
            <a:ext cx="275325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internal Anda jadi mandiri — bukan ketergantungan vendor.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0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411480" cy="4114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457200"/>
            <a:ext cx="50292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0" b="1" dirty="0">
                <a:solidFill>
                  <a:srgbClr val="2563EB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0" dirty="0"/>
          </a:p>
        </p:txBody>
      </p:sp>
      <p:sp>
        <p:nvSpPr>
          <p:cNvPr id="3" name="Shape 1"/>
          <p:cNvSpPr/>
          <p:nvPr/>
        </p:nvSpPr>
        <p:spPr>
          <a:xfrm>
            <a:off x="10180015" y="-914400"/>
            <a:ext cx="3200400" cy="3200400"/>
          </a:xfrm>
          <a:prstGeom prst="ellipse">
            <a:avLst/>
          </a:prstGeom>
          <a:solidFill>
            <a:srgbClr val="10A37F">
              <a:alpha val="8000"/>
            </a:srgbClr>
          </a:solidFill>
          <a:ln w="12700">
            <a:solidFill>
              <a:srgbClr val="10A37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11535" y="-274320"/>
            <a:ext cx="1828800" cy="1828800"/>
          </a:xfrm>
          <a:prstGeom prst="ellipse">
            <a:avLst/>
          </a:prstGeom>
          <a:solidFill>
            <a:srgbClr val="10A37F">
              <a:alpha val="20000"/>
            </a:srgbClr>
          </a:solidFill>
          <a:ln w="12700">
            <a:solidFill>
              <a:srgbClr val="10A37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9441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 Platform.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640080" cy="6400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6344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catatan percakapan, tiket, dan transaksi menjadi keputusan komersial yang aksi-nyata.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10A37F">
              <a:alpha val="15000"/>
            </a:srgbClr>
          </a:solidFill>
          <a:ln w="12700">
            <a:solidFill>
              <a:srgbClr val="10A37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01168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5730088" y="3520440"/>
            <a:ext cx="7315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7490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 berkolaborasi untuk transformasi AI bisnis Anda.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opencraft.dev@gmail.com    ·    (+62) 851 5641 3628    ·    opencraft-landing.netlify.app</a:t>
            </a:r>
            <a:endParaRPr lang="en-US" sz="1300" dirty="0"/>
          </a:p>
        </p:txBody>
      </p:sp>
      <p:pic>
        <p:nvPicPr>
          <p:cNvPr id="9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539496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C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COMPANY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OpenCraft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Customer Intelligence
Platform</dc:title>
  <dc:subject>PptxGenJS Presentation</dc:subject>
  <dc:creator>OpenCraft</dc:creator>
  <cp:lastModifiedBy>OpenCraft</cp:lastModifiedBy>
  <cp:revision>1</cp:revision>
  <dcterms:created xsi:type="dcterms:W3CDTF">2026-05-14T13:01:15Z</dcterms:created>
  <dcterms:modified xsi:type="dcterms:W3CDTF">2026-05-14T13:01:15Z</dcterms:modified>
</cp:coreProperties>
</file>