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COMPANY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Customer Intelligence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48640" y="365760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insights untuk tim sales &amp; customer success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4937760"/>
            <a:ext cx="548640" cy="73152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UNTUK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Maju Bersama Teknologi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448495" y="52120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448495" y="5486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Mei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730088" y="3520440"/>
            <a:ext cx="73152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7490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C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 berkolaborasi untuk transformasi AI bisnis Anda.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opencraft.dev@gmail.com    ·    (+62) 851 5641 3628    ·    opencraft-landing.netlify.app</a:t>
            </a:r>
            <a:endParaRPr lang="en-US" sz="1300" dirty="0"/>
          </a:p>
        </p:txBody>
      </p:sp>
      <p:pic>
        <p:nvPicPr>
          <p:cNvPr id="7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394960"/>
            <a:ext cx="91440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5943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8C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COMPANY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OpenCraft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Customer Intelligence
Platform</dc:title>
  <dc:subject>PptxGenJS Presentation</dc:subject>
  <dc:creator>OpenCraft</dc:creator>
  <cp:lastModifiedBy>OpenCraft</cp:lastModifiedBy>
  <cp:revision>1</cp:revision>
  <dcterms:created xsi:type="dcterms:W3CDTF">2026-05-13T14:04:38Z</dcterms:created>
  <dcterms:modified xsi:type="dcterms:W3CDTF">2026-05-13T14:04:38Z</dcterms:modified>
</cp:coreProperties>
</file>