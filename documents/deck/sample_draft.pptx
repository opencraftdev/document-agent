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/Users/muhammadrayandika/repo/document-agent/bran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914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79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TRANSFORMATION COMPANY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2468880"/>
            <a:ext cx="11094415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Customer Intelligence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548640" y="406908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E79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yang dapat ditindaklanjuti, dalam hitungan jam.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48640" y="5349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7B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DISIAPKAN UNTUK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56235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Maju Bersama Teknologi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448495" y="53492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B7B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TANGGAL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448495" y="56235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Mei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/Users/muhammadrayandika/repo/document-agent/bran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56032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2926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OpenCraft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820095" y="29260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05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7B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OpenCraft · AI Transformation Company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14630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6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11094415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 AI sekarang?</a:t>
            </a:r>
            <a:endParaRPr lang="en-US" sz="6400" dirty="0"/>
          </a:p>
        </p:txBody>
      </p:sp>
      <p:sp>
        <p:nvSpPr>
          <p:cNvPr id="9" name="Text 6"/>
          <p:cNvSpPr/>
          <p:nvPr/>
        </p:nvSpPr>
        <p:spPr>
          <a:xfrm>
            <a:off x="1371600" y="4846320"/>
            <a:ext cx="94484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79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soal data terbesar — tapi siapa bertindak tercepat.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/Users/muhammadrayandika/repo/document-agent/bran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56032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2926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OpenCraft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820095" y="29260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05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7B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OpenCraft · AI Transformation Company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Tiga pilar transformasi AI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1371600" y="1965960"/>
            <a:ext cx="94484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9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strategi sampai adopsi, sebagai satu sistem.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31520" y="3108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1828800" y="3108960"/>
            <a:ext cx="981425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828800" y="3520440"/>
            <a:ext cx="981425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79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berbasis value.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40233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1828800" y="4023360"/>
            <a:ext cx="981425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AI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828800" y="4434840"/>
            <a:ext cx="981425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79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dan agent untuk workflow Anda.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49377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1828800" y="4937760"/>
            <a:ext cx="981425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Enablement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828800" y="5349240"/>
            <a:ext cx="981425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79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Anda jadi mandiri.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/Users/muhammadrayandika/repo/document-agent/bran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56032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2926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OpenCraft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820095" y="29260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05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7B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OpenCraft · AI Transformation Company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14630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6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11094415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Intelligence Platform.</a:t>
            </a:r>
            <a:endParaRPr lang="en-US" sz="6400" dirty="0"/>
          </a:p>
        </p:txBody>
      </p:sp>
      <p:sp>
        <p:nvSpPr>
          <p:cNvPr id="9" name="Text 6"/>
          <p:cNvSpPr/>
          <p:nvPr/>
        </p:nvSpPr>
        <p:spPr>
          <a:xfrm>
            <a:off x="1371600" y="4846320"/>
            <a:ext cx="94484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79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Percakapan, tiket, transaksi → keputusan komersial.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86000"/>
            <a:ext cx="121916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8C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 mulai transformasi AI Anda.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0" y="484632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opencraft.dev@gmail.com    ·    (+62) 851 5641 3628    ·    opencraft-landing.netlify.app</a:t>
            </a:r>
            <a:endParaRPr lang="en-US" sz="1300" dirty="0"/>
          </a:p>
        </p:txBody>
      </p:sp>
      <p:pic>
        <p:nvPicPr>
          <p:cNvPr id="6" name="Image 0" descr="/Users/muhammadrayandika/repo/document-agent/bran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5394960"/>
            <a:ext cx="91440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577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OpenCraft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5943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8C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TRANSFORMATION COMPANY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OpenCraft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Customer Intelligence
Platform</dc:title>
  <dc:subject>PptxGenJS Presentation</dc:subject>
  <dc:creator>OpenCraft</dc:creator>
  <cp:lastModifiedBy>OpenCraft</cp:lastModifiedBy>
  <cp:revision>1</cp:revision>
  <dcterms:created xsi:type="dcterms:W3CDTF">2026-05-15T06:07:29Z</dcterms:created>
  <dcterms:modified xsi:type="dcterms:W3CDTF">2026-05-15T06:07:29Z</dcterms:modified>
</cp:coreProperties>
</file>