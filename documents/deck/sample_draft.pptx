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Intelligence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40690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 untuk tim sales &amp; customer success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UNTUK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5623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Maju Bersama Teknologi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448495" y="5349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8495" y="5623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Mei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AI sekarang?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Persaingan tidak lagi soal siapa yang punya data terbesar — tapi siapa yang dapat membaca, menafsirkan, dan bertindak atasnya tercepat.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pilar transformasi AI OpenCraft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strategi, eksekusi, hingga adopsi — sebagai satu sistem.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63040" y="25603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292608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dan prioritization dari business value, bukan dari hype.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63040" y="356616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Build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63040" y="393192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LLM, agent, RAG — dirancang untuk workflow Anda.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57200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463040" y="457200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63040" y="493776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internal Anda jadi mandiri — bukan ketergantungan vendor.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 Platform.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catatan percakapan, tiket, dan transaksi menjadi keputusan komersial yang aksi-nyata.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berkolaborasi untuk transformasi AI bisnis Anda.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opencraft.dev@gmail.com    ·    (+62) 851 5641 3628    ·    opencraft-landing.netlify.app</a:t>
            </a:r>
            <a:endParaRPr lang="en-US" sz="1300" dirty="0"/>
          </a:p>
        </p:txBody>
      </p:sp>
      <p:pic>
        <p:nvPicPr>
          <p:cNvPr id="6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3949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OpenCraft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Customer Intelligence
Platform</dc:title>
  <dc:subject>PptxGenJS Presentation</dc:subject>
  <dc:creator>OpenCraft</dc:creator>
  <cp:lastModifiedBy>OpenCraft</cp:lastModifiedBy>
  <cp:revision>1</cp:revision>
  <dcterms:created xsi:type="dcterms:W3CDTF">2026-05-15T03:39:59Z</dcterms:created>
  <dcterms:modified xsi:type="dcterms:W3CDTF">2026-05-15T03:39:59Z</dcterms:modified>
</cp:coreProperties>
</file>