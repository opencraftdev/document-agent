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COMPANY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2468880"/>
            <a:ext cx="1109441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Intelligence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48640" y="406908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yang dapat ditindaklanjuti, dalam hitungan jam.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5349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DISIAPKAN UNTUK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5623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Maju Bersama Teknologi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448495" y="5349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448495" y="5623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Mei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mp/deck_images/slide_0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mp/deck_images/slide_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mp/deck_images/slide_0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C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 mulai transformasi AI Anda.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opencraft.dev@gmail.com    ·    (+62) 851 5641 3628    ·    opencraft-landing.netlify.app</a:t>
            </a:r>
            <a:endParaRPr lang="en-US" sz="1300" dirty="0"/>
          </a:p>
        </p:txBody>
      </p:sp>
      <p:pic>
        <p:nvPicPr>
          <p:cNvPr id="6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539496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577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5943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8C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COMPANY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OpenCraft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Customer Intelligence
Platform</dc:title>
  <dc:subject>PptxGenJS Presentation</dc:subject>
  <dc:creator>OpenCraft</dc:creator>
  <cp:lastModifiedBy>OpenCraft</cp:lastModifiedBy>
  <cp:revision>1</cp:revision>
  <dcterms:created xsi:type="dcterms:W3CDTF">2026-05-15T06:09:11Z</dcterms:created>
  <dcterms:modified xsi:type="dcterms:W3CDTF">2026-05-15T06:09:11Z</dcterms:modified>
</cp:coreProperties>
</file>