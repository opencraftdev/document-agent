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Mesin Pertumbuhan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Neofit Webapp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Konten AI, dan Landing Page yang dioptimasi SEO — tiga pilar yang mengubah gym Anda dari operasional manual menjadi mesin pertumbuhan otomatis.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Neofit Webapp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48495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8495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hari ini tidak kalah karena harga —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kalah karena tidak punya data, konten, dan kehadiran digital.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menahan pertumbuhan Neofit saat ini: keputusan berbasis feeling, biaya konten yang terus naik, dan website yang tidak ditemukan di Google. Tiga-tiganya bisa diselesaikan dengan stack AI yang tepat — bukan dengan menambah orang.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Pertumbuhan Neofit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pilar berdiri sendiri, namun bekerja paling kuat ketika dijalankan berurutan.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25603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ITU PENTING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real-time. Pendapatan, member, kelas, trainer, promo — semua dalam satu layar untuk keputusan berbasis angka, bukan tebakan.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63040" y="356616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Social Media Creator dengan ALL 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39319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otomatis multi-platform dengan video AI. Satu prompt → 3 variasi video → 5 platform terjadwal — mengganti tim sosmed senilai puluhan juta/bulan.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5720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63040" y="457200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SEO = Lead 24 Jam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493776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yang dioptimasi untuk Google. Setiap pencarian "gym Bandung" jadi peluang lead, tanpa biaya iklan dan tanpa tidur.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01 ·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ITU PENTING.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dashboard, semua keputusan adalah tebakan.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mana yang paling untung? Trainer mana yang menahan member? Kelas mana yang sepi? Promo mana yang menghasilkan? Tanpa data terstruktur, jawabannya hanya intuisi — dan intuisi tidak bisa di-scale.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DASHBOARD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pertanyaan yang tidak bisa Neofit jawab hari ini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pertanyaan ini sebenarnya pertanyaan bisnis senilai puluhan juta — tapi tanpa data terstruktur, jawabannya hanya feeling.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017520" y="292608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membership mana yang paling menguntungkan?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331012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terlihat tanpa grafik komposisi pendapatan per tier.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017520" y="379476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mana yang menahan member paling lama?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17520" y="417880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terukur tanpa CRUD trainer + analytics retensi.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663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017520" y="466344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mana yang sepi &amp; merugi?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17520" y="504748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terlacak tanpa laporan attendance per sesi.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532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017520" y="553212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mana yang benar-benar menghasilkan?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017520" y="591616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terjawab tanpa tracking konversi kampanye.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mengubah empat tanda tanya ini menjadi empat grafik yang bisa di-screenshot dan diputuskan dalam 5 menit.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01 · MOD-ADMIN-001 · FIXED PRICE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(CMS)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dashboard untuk semua keputusan operasional Neofit — pendapatan, member, kelas, trainer, promo dalam satu layar.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real-time: pendapatan harian, mingguan, bulanan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donat tier membership — komposisi member dalam sekejap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penuh: Kelas, Trainer, Member, Pendapatan, Promo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otomatis dengan export CSV/PDF — siap untuk meeting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kampanye promo dengan tracking konversi end-to-end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gelap &amp; terang, akses peran admin/staff terpisah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35.000.000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2.500.000 / bln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fixed, timeline 6–8 minggu. Termasuk hosting, bug fix, dan minor update selama maintenance aktif. Belum termasuk PPN 11%.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02 · KONTEN AI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Social Media Creator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ALL AI.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sosmed manual: Rp 5–10 juta per platform per bulan. Lima platform berarti Rp 25–50 juta — dan output-nya masih bergantung mood freelancer. Sistem AI menggantikan tim itu dengan keluaran yang konsisten, terjadwal 24/7, dan jauh lebih murah.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ANGKA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Konten Bulanan: Tim Manual vs Konten AI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5 platform aktif (Instagram, TikTok, YouTube Shorts, Facebook, X) dengan output 3 variasi video per hari.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46778" y="283464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Manual (Creator + Editor)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44917" y="283464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AI Otomatis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0040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Bulanan (Rp juta)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46778" y="320040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44917" y="3200400"/>
            <a:ext cx="3698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Satuan: Rp juta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hingga Rp 40 juta per bulan — dengan output 3× lebih konsisten dan terjadwal 24/7.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02 · MOD-CONTENT-AI · CUSTOM 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AI Otomatis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prompt → tiga variasi video AI → lima platform → terjadwal otomatis. Tim sosmed digital yang tidak pernah cuti.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5 platform: Instagram, TikTok, YouTube Shorts, Facebook,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video AI lewat Veo / Runway API — output siap publish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caption + hashtag dengan tone Neofit yang konsisten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konten dengan scheduler otomatis 24/7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video terpusat — semua arsip dalam satu tempat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pilih satu variasi, sistem buat dua alternatif sebagai cadangan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 – 90 juta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 – 15 juta / bln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 bergantung jumlah platform aktif &amp; kuota AI bulanan. Termasuk AI API, storage video, dan retraining tone. Timeline 8–14 minggu.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03 · LANDING PAGE &amp; SEO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yang dioptimasi SEO =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gratis 24 jam dari Google.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yang dikerjakan dengan benar mengubah Google menjadi sales rep yang tidak pernah tidur. Tanpa SEO, situs Neofit hanya pajangan — dengan SEO, ia menjadi mesin lead yang biaya per klik-nya nol Rupiah, selamanya.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SEO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SEO mengalahkan iklan berbayar — angka dari riset global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angka yang menjelaskan mengapa setiap Rupiah yang dipakai untuk SEO bekerja jauh lebih lama daripada iklan berbayar.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017520" y="292608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web datang dari pencarian organik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331012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BrightEdge Research.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017520" y="379476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tidak pernah scroll ke halaman 2 Google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17520" y="417880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HubSpot SEO Stats.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663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017520" y="466344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SEO leads — 8× lebih tinggi dari iklan outbound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17520" y="504748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HigherVisibility.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532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0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017520" y="553212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 traffic organik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017520" y="5916168"/>
            <a:ext cx="85340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Selamanya, 24 jam non-stop.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yang tepat = aset bisnis yang nilainya naik tiap bulan, bukan biaya iklan yang hilang setiap tagihan.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03 · MOD-LANDING-001 · FIXED PRICE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(Static) + SEO Dasar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yang dioptimasi untuk Google — mengubah pencari "gym Bandung" menjadi sign-up tanpa biaya iklan.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halaman statis: home, daftar kelas, profil trainer, jadwal, harga, kontak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dasar: meta tags, structured data, sitemap, kecepatan optimal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signup terhubung langsung ke Admin Panel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WhatsApp Business — chat instan dari setiap halaman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terpasang untuk tracking funnel lengkap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konten via deploy cepat, tanpa CMS terpisah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12.000.000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Bulan:  </a:t>
            </a:r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1.000.000 / bln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HEMAT: Bundle Admin + Landing — Rp 42.000.000 (hemat Rp 5.000.000) + Rp 3.000.000/bln (hemat Rp 500.000/bln). Belum termasuk PPN 11%.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Lanjutan untuk Skala Berikutnya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tiga pilar utama berjalan, dua modul AI ini menjaga retensi member jangka panjang.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25603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Dengar suara member dari Google Maps, Instagram DM, WhatsApp, survei in-app, dan TikTok. NLP otomatis menemukan tema keluhan + draf balasan AI. Rp 40–70jt + Rp 4–8jt/bln.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63040" y="356616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Churn 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39319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risiko churn per member dengan ML. WhatsApp Re-Engagement Engine kirim kampanye personalisasi sebelum member cancel. Rp 45–75jt + Rp 5–10jt/bln.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Investasi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pengerjaan bertahap — tiap fase memberi dampak terukur sebelum lanjut ke fase berikutnya.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Bulan 1 –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852928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Data &amp; Kehadiran Digital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182112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(CMS) — dashboard KPI  ·  Landing Pages dengan SEO dasar  ·  Integrasi WhatsApp &amp; Google Analytics  ·  Migrasi data member existing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82735" y="27249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42.000.000  (Paket Hemat)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Bulan 3 – 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858768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Konten AI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187952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AI Otomatis multi-platform  ·  Video generator + scheduler  ·  Tone &amp; brand training untuk Neofit  ·  Dashboard performa konten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082735" y="3730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 – 90 juta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Bulan 5+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864608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&amp; Intelligence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5193792"/>
            <a:ext cx="8351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AI dari 5 sumber  ·  Prediksi Churn AI + WhatsApp engine  ·  Kampanye otomatis personalisasi  ·  Insight generator mingguan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82735" y="4736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85 – 145 juta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Bertumbuh Bersama.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OpenCraft siap menemani Neofit dari fondasi data sampai retensi otomatis berbasis 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opencraft.dev@gmail.com    ·    (+62) 851 5641 3628    ·    opencraft-landing.netlify.app</a:t>
            </a:r>
            <a:endParaRPr lang="en-US" sz="1300" dirty="0"/>
          </a:p>
        </p:txBody>
      </p:sp>
      <p:pic>
        <p:nvPicPr>
          <p:cNvPr id="6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3949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Tiga Mesin Pertumbuhan
untuk Neofit Webapp</dc:title>
  <dc:subject>PptxGenJS Presentation</dc:subject>
  <dc:creator>OpenCraft</dc:creator>
  <cp:lastModifiedBy>OpenCraft</cp:lastModifiedBy>
  <cp:revision>1</cp:revision>
  <dcterms:created xsi:type="dcterms:W3CDTF">2026-05-15T04:06:54Z</dcterms:created>
  <dcterms:modified xsi:type="dcterms:W3CDTF">2026-05-15T04:06:54Z</dcterms:modified>
</cp:coreProperties>
</file>